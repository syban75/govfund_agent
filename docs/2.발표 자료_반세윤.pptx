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82" r:id="rId3"/>
    <p:sldId id="311" r:id="rId4"/>
    <p:sldId id="313" r:id="rId5"/>
    <p:sldId id="314" r:id="rId6"/>
    <p:sldId id="31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AD286F9-3325-41B2-B8EF-E92EEC9117B5}">
          <p14:sldIdLst>
            <p14:sldId id="269"/>
            <p14:sldId id="282"/>
            <p14:sldId id="311"/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08" autoAdjust="0"/>
    <p:restoredTop sz="94660"/>
  </p:normalViewPr>
  <p:slideViewPr>
    <p:cSldViewPr snapToGrid="0">
      <p:cViewPr varScale="1">
        <p:scale>
          <a:sx n="74" d="100"/>
          <a:sy n="74" d="100"/>
        </p:scale>
        <p:origin x="2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88FE37-B5B8-1AF7-A558-6186939C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2716" y="6488631"/>
            <a:ext cx="2743200" cy="170117"/>
          </a:xfrm>
        </p:spPr>
        <p:txBody>
          <a:bodyPr/>
          <a:lstStyle>
            <a:lvl1pPr>
              <a:defRPr sz="1000"/>
            </a:lvl1pPr>
          </a:lstStyle>
          <a:p>
            <a:fld id="{2B8A891F-A966-4848-92BC-B0E90543D7B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4176CA-E45C-BE42-F3C6-F9D3EC4D41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2450" y="804314"/>
            <a:ext cx="11029733" cy="5431531"/>
          </a:xfrm>
        </p:spPr>
        <p:txBody>
          <a:bodyPr>
            <a:noAutofit/>
          </a:bodyPr>
          <a:lstStyle>
            <a:lvl1pPr marL="228585" indent="-143962">
              <a:lnSpc>
                <a:spcPct val="11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="1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1pPr>
            <a:lvl2pPr marL="359904" indent="0">
              <a:lnSpc>
                <a:spcPct val="110000"/>
              </a:lnSpc>
              <a:buFontTx/>
              <a:buNone/>
              <a:defRPr sz="1300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2pPr>
            <a:lvl3pPr marL="539856" indent="0">
              <a:lnSpc>
                <a:spcPct val="110000"/>
              </a:lnSpc>
              <a:buFontTx/>
              <a:buNone/>
              <a:defRPr sz="1200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3pPr>
            <a:lvl4pPr marL="719809" indent="0">
              <a:lnSpc>
                <a:spcPct val="110000"/>
              </a:lnSpc>
              <a:buFontTx/>
              <a:buNone/>
              <a:defRPr sz="1000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4pPr>
            <a:lvl5pPr marL="899761" indent="0">
              <a:lnSpc>
                <a:spcPct val="110000"/>
              </a:lnSpc>
              <a:buFontTx/>
              <a:buNone/>
              <a:defRPr sz="1000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서브페이지</a:t>
            </a:r>
            <a:r>
              <a:rPr lang="ko-KR" altLang="en-US" dirty="0"/>
              <a:t> 옵션 </a:t>
            </a:r>
            <a:r>
              <a:rPr lang="en-US" altLang="ko-KR" dirty="0"/>
              <a:t>1)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제목 10">
            <a:extLst>
              <a:ext uri="{FF2B5EF4-FFF2-40B4-BE49-F238E27FC236}">
                <a16:creationId xmlns:a16="http://schemas.microsoft.com/office/drawing/2014/main" id="{F8779C6F-A76F-A691-4B73-A98D604642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611" y="148244"/>
            <a:ext cx="11986814" cy="408530"/>
          </a:xfrm>
        </p:spPr>
        <p:txBody>
          <a:bodyPr>
            <a:normAutofit/>
          </a:bodyPr>
          <a:lstStyle>
            <a:lvl1pPr>
              <a:defRPr sz="1800" b="1" spc="-70" baseline="0">
                <a:ln>
                  <a:solidFill>
                    <a:srgbClr val="009999"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타이틀 폰트는 </a:t>
            </a:r>
            <a:r>
              <a:rPr lang="ko-KR" altLang="en-US" dirty="0" err="1"/>
              <a:t>맑은고딕</a:t>
            </a:r>
            <a:r>
              <a:rPr lang="en-US" altLang="ko-KR" dirty="0"/>
              <a:t>, </a:t>
            </a:r>
            <a:r>
              <a:rPr lang="ko-KR" altLang="en-US" dirty="0"/>
              <a:t>사이즈는 </a:t>
            </a:r>
            <a:r>
              <a:rPr lang="en-US" altLang="ko-KR" dirty="0" err="1"/>
              <a:t>18pt</a:t>
            </a:r>
            <a:r>
              <a:rPr lang="en-US" altLang="ko-KR" dirty="0"/>
              <a:t>, </a:t>
            </a:r>
            <a:r>
              <a:rPr lang="ko-KR" altLang="en-US" dirty="0"/>
              <a:t>두께는 </a:t>
            </a:r>
            <a:r>
              <a:rPr lang="en-US" altLang="ko-KR" dirty="0"/>
              <a:t>normal (Bold </a:t>
            </a:r>
            <a:r>
              <a:rPr lang="ko-KR" altLang="en-US" dirty="0"/>
              <a:t>아님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FFACC50-90B7-9D0D-70F7-A8AD0616D177}"/>
              </a:ext>
            </a:extLst>
          </p:cNvPr>
          <p:cNvCxnSpPr/>
          <p:nvPr userDrawn="1"/>
        </p:nvCxnSpPr>
        <p:spPr>
          <a:xfrm>
            <a:off x="289217" y="575820"/>
            <a:ext cx="11611614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716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C83E5D-C3A8-3385-4CB2-63B0DD52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2716" y="6488631"/>
            <a:ext cx="2743200" cy="170117"/>
          </a:xfrm>
        </p:spPr>
        <p:txBody>
          <a:bodyPr/>
          <a:lstStyle>
            <a:lvl1pPr>
              <a:defRPr sz="1000"/>
            </a:lvl1pPr>
          </a:lstStyle>
          <a:p>
            <a:fld id="{2B8A891F-A966-4848-92BC-B0E90543D7B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E37AE0-FB64-0F1F-EDC1-F740FD88270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2450" y="804314"/>
            <a:ext cx="11029733" cy="5431531"/>
          </a:xfrm>
        </p:spPr>
        <p:txBody>
          <a:bodyPr>
            <a:noAutofit/>
          </a:bodyPr>
          <a:lstStyle>
            <a:lvl1pPr marL="228585" indent="-143962">
              <a:lnSpc>
                <a:spcPct val="11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400" b="1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1pPr>
            <a:lvl2pPr marL="359904" indent="0">
              <a:lnSpc>
                <a:spcPct val="110000"/>
              </a:lnSpc>
              <a:buFontTx/>
              <a:buNone/>
              <a:defRPr sz="1300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2pPr>
            <a:lvl3pPr marL="539856" indent="0">
              <a:lnSpc>
                <a:spcPct val="110000"/>
              </a:lnSpc>
              <a:buFontTx/>
              <a:buNone/>
              <a:defRPr sz="1200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3pPr>
            <a:lvl4pPr marL="719809" indent="0">
              <a:lnSpc>
                <a:spcPct val="110000"/>
              </a:lnSpc>
              <a:buFontTx/>
              <a:buNone/>
              <a:defRPr sz="1000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4pPr>
            <a:lvl5pPr marL="899761" indent="0">
              <a:lnSpc>
                <a:spcPct val="110000"/>
              </a:lnSpc>
              <a:buFontTx/>
              <a:buNone/>
              <a:defRPr sz="1000">
                <a:ln>
                  <a:solidFill>
                    <a:srgbClr val="3A474D">
                      <a:alpha val="0"/>
                    </a:srgbClr>
                  </a:solidFill>
                </a:ln>
                <a:solidFill>
                  <a:srgbClr val="3A474D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서브페이지</a:t>
            </a:r>
            <a:r>
              <a:rPr lang="ko-KR" altLang="en-US" dirty="0"/>
              <a:t> 옵션 </a:t>
            </a:r>
            <a:r>
              <a:rPr lang="en-US" altLang="ko-KR" dirty="0"/>
              <a:t>1)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제목 10">
            <a:extLst>
              <a:ext uri="{FF2B5EF4-FFF2-40B4-BE49-F238E27FC236}">
                <a16:creationId xmlns:a16="http://schemas.microsoft.com/office/drawing/2014/main" id="{2307F9EA-DA4F-D2F1-BBBB-C0A3AB77C7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611" y="148244"/>
            <a:ext cx="11986814" cy="408530"/>
          </a:xfrm>
        </p:spPr>
        <p:txBody>
          <a:bodyPr>
            <a:normAutofit/>
          </a:bodyPr>
          <a:lstStyle>
            <a:lvl1pPr>
              <a:defRPr sz="1800" b="1" spc="-70" baseline="0">
                <a:ln>
                  <a:solidFill>
                    <a:srgbClr val="009999"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타이틀 폰트는 </a:t>
            </a:r>
            <a:r>
              <a:rPr lang="ko-KR" altLang="en-US" dirty="0" err="1"/>
              <a:t>맑은고딕</a:t>
            </a:r>
            <a:r>
              <a:rPr lang="en-US" altLang="ko-KR" dirty="0"/>
              <a:t>, </a:t>
            </a:r>
            <a:r>
              <a:rPr lang="ko-KR" altLang="en-US" dirty="0"/>
              <a:t>사이즈는 </a:t>
            </a:r>
            <a:r>
              <a:rPr lang="en-US" altLang="ko-KR" dirty="0" err="1"/>
              <a:t>18pt</a:t>
            </a:r>
            <a:r>
              <a:rPr lang="en-US" altLang="ko-KR" dirty="0"/>
              <a:t>, </a:t>
            </a:r>
            <a:r>
              <a:rPr lang="ko-KR" altLang="en-US" dirty="0"/>
              <a:t>두께는 </a:t>
            </a:r>
            <a:r>
              <a:rPr lang="en-US" altLang="ko-KR" dirty="0"/>
              <a:t>normal (Bold </a:t>
            </a:r>
            <a:r>
              <a:rPr lang="ko-KR" altLang="en-US" dirty="0"/>
              <a:t>아님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E071641-3AD7-389D-FADD-B7926A2C5539}"/>
              </a:ext>
            </a:extLst>
          </p:cNvPr>
          <p:cNvCxnSpPr/>
          <p:nvPr userDrawn="1"/>
        </p:nvCxnSpPr>
        <p:spPr>
          <a:xfrm>
            <a:off x="289217" y="575820"/>
            <a:ext cx="11611614" cy="0"/>
          </a:xfrm>
          <a:prstGeom prst="line">
            <a:avLst/>
          </a:prstGeom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663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46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23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39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901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279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0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04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60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488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955D2-0EBF-46BB-9AB8-DD804750BE50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EF2E8-5ACA-46CF-991F-F2442E8EE713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CC3585-870F-70AC-A212-BD7224137C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79773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F40A9FC-A801-8B39-B322-1A2CEFC043A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6084" y="6492874"/>
            <a:ext cx="1341101" cy="39729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D66D9C-5A4B-0700-4359-70E0BD3FB781}"/>
              </a:ext>
            </a:extLst>
          </p:cNvPr>
          <p:cNvSpPr/>
          <p:nvPr userDrawn="1"/>
        </p:nvSpPr>
        <p:spPr>
          <a:xfrm flipV="1">
            <a:off x="1" y="6797737"/>
            <a:ext cx="12192000" cy="59897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4126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697" y="20588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2800" dirty="0"/>
              <a:t>프로젝트 발표자료</a:t>
            </a:r>
            <a:endParaRPr lang="ko-KR" altLang="en-US" sz="2800" b="1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8DBCFD3-110E-870A-6E51-C28DE3048155}"/>
              </a:ext>
            </a:extLst>
          </p:cNvPr>
          <p:cNvSpPr txBox="1">
            <a:spLocks/>
          </p:cNvSpPr>
          <p:nvPr/>
        </p:nvSpPr>
        <p:spPr bwMode="auto">
          <a:xfrm>
            <a:off x="3286839" y="4821349"/>
            <a:ext cx="4948837" cy="909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ko-KR" altLang="en-US"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>
              <a:lnSpc>
                <a:spcPct val="150000"/>
              </a:lnSpc>
            </a:pPr>
            <a:r>
              <a:rPr kumimoji="0" lang="ko-KR" altLang="en-US" sz="2000" dirty="0"/>
              <a:t>반 세 윤</a:t>
            </a:r>
            <a:endParaRPr kumimoji="0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6484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BE76BBF-3214-137A-3951-423C8305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5589FC-EF61-ED38-2B95-BD0375228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1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6198955-E7B2-BB84-8626-817E04F8F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8887F7A-A9C1-4DC9-F84E-B8D725B7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Chroma</a:t>
            </a:r>
            <a:r>
              <a:rPr lang="ko-KR" altLang="en-US" dirty="0"/>
              <a:t> </a:t>
            </a:r>
            <a:r>
              <a:rPr lang="en-US" altLang="ko-KR" dirty="0"/>
              <a:t>DB </a:t>
            </a:r>
            <a:r>
              <a:rPr lang="ko-KR" altLang="en-US" dirty="0"/>
              <a:t>빌드 화면 캡처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5FB3BD-29FD-39DC-EFAD-3A0617E0C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567" y="892652"/>
            <a:ext cx="8128843" cy="567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7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DAD9348-BC7F-0799-D71F-1AD1B06F4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438" y="1145259"/>
            <a:ext cx="9455636" cy="4750044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9DC98E73-CBAB-6D64-4AAC-3A9075B3F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RAGAS </a:t>
            </a:r>
            <a:r>
              <a:rPr lang="ko-KR" altLang="en-US" dirty="0"/>
              <a:t>결과 화면 캡처</a:t>
            </a:r>
          </a:p>
        </p:txBody>
      </p:sp>
    </p:spTree>
    <p:extLst>
      <p:ext uri="{BB962C8B-B14F-4D97-AF65-F5344CB8AC3E}">
        <p14:creationId xmlns:p14="http://schemas.microsoft.com/office/powerpoint/2010/main" val="65074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B15F3B99-6F25-57F7-3DC8-49D0F600F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1158" y="4293660"/>
            <a:ext cx="6133577" cy="2131487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EC73ADD-AE82-55D8-AA37-36C9DE4B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백엔드</a:t>
            </a:r>
            <a:r>
              <a:rPr lang="ko-KR" altLang="en-US" dirty="0"/>
              <a:t> 실행 화면 </a:t>
            </a:r>
            <a:r>
              <a:rPr lang="en-US" altLang="ko-KR" dirty="0"/>
              <a:t>(</a:t>
            </a:r>
            <a:r>
              <a:rPr lang="ko-KR" altLang="en-US" dirty="0"/>
              <a:t>영상 녹화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2B71E1-1067-EC3D-93F4-06DB0ED82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810" y="1625474"/>
            <a:ext cx="6133577" cy="26392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4C3B9C4-E9DA-1DC6-DDF6-B48ED954C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11" y="1529045"/>
            <a:ext cx="5362199" cy="48961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F96B55-B7A0-596F-3DEC-DEBB1FE2212C}"/>
              </a:ext>
            </a:extLst>
          </p:cNvPr>
          <p:cNvSpPr txBox="1"/>
          <p:nvPr/>
        </p:nvSpPr>
        <p:spPr>
          <a:xfrm>
            <a:off x="553002" y="858243"/>
            <a:ext cx="5680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uvicorn</a:t>
            </a:r>
            <a:r>
              <a:rPr lang="en-US" altLang="ko-KR" dirty="0"/>
              <a:t> </a:t>
            </a:r>
            <a:r>
              <a:rPr lang="en-US" altLang="ko-KR" dirty="0" err="1"/>
              <a:t>main:app</a:t>
            </a:r>
            <a:r>
              <a:rPr lang="en-US" altLang="ko-KR" dirty="0"/>
              <a:t> --reload --host 0.0.0.0 --port 8021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21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4903-6A90-AD23-14FF-CE37139FE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CF364DE-C5A9-FC22-6206-49C0AA2AE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프론트 </a:t>
            </a:r>
            <a:r>
              <a:rPr lang="ko-KR" altLang="en-US" dirty="0" err="1"/>
              <a:t>엔드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영상 캡처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7255E7-10CA-D170-6C0F-96DD5C12CD4F}"/>
              </a:ext>
            </a:extLst>
          </p:cNvPr>
          <p:cNvSpPr txBox="1"/>
          <p:nvPr/>
        </p:nvSpPr>
        <p:spPr>
          <a:xfrm>
            <a:off x="553002" y="858243"/>
            <a:ext cx="7511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API_URL=http://localhost:8021 </a:t>
            </a:r>
            <a:r>
              <a:rPr lang="en-US" altLang="ko-KR" dirty="0" err="1"/>
              <a:t>streamlit</a:t>
            </a:r>
            <a:r>
              <a:rPr lang="en-US" altLang="ko-KR" dirty="0"/>
              <a:t> run app.py --</a:t>
            </a:r>
            <a:r>
              <a:rPr lang="en-US" altLang="ko-KR" dirty="0" err="1"/>
              <a:t>server.port</a:t>
            </a:r>
            <a:r>
              <a:rPr lang="en-US" altLang="ko-KR" dirty="0"/>
              <a:t> 8521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3A8B00-6232-CB8B-2C33-EA9DF837B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14" y="1529044"/>
            <a:ext cx="10608816" cy="484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53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2084</TotalTime>
  <Words>59</Words>
  <Application>Microsoft Office PowerPoint</Application>
  <PresentationFormat>와이드스크린</PresentationFormat>
  <Paragraphs>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프로젝트 발표자료</vt:lpstr>
      <vt:lpstr>설계</vt:lpstr>
      <vt:lpstr>Chroma DB 빌드 화면 캡처</vt:lpstr>
      <vt:lpstr>RAGAS 결과 화면 캡처</vt:lpstr>
      <vt:lpstr>백엔드 실행 화면 (영상 녹화)</vt:lpstr>
      <vt:lpstr>프론트 엔드 (영상 캡처)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soldesk</dc:creator>
  <cp:lastModifiedBy>Se Youn Ban</cp:lastModifiedBy>
  <cp:revision>22</cp:revision>
  <dcterms:created xsi:type="dcterms:W3CDTF">2026-08-22T00:52:10Z</dcterms:created>
  <dcterms:modified xsi:type="dcterms:W3CDTF">2026-08-29T03:54:47Z</dcterms:modified>
</cp:coreProperties>
</file>